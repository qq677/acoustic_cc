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障板频响计算器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操作指南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面向零基础声学用户 · 快速上手 · 从入门到精通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1463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INFINITE BAFFLE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微型扬声器障板频响计算器 · 操作指南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程序功能概览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本程序用于计算微型扬声器在无限障板条件下的各项声学性能指标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线性分析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频率响应 SPL (dB)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振幅响应 位移 (mm)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阻抗曲线 (Ω)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相位曲线 (°)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EQ电压曲线 (Vrms)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801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最大能力频响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低频: 受Xmax位移限制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中高频: 受Vmax电压限制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自动计算过渡频率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黄色虚线叠加对比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非线性失真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Bl(x) / Cms(x) 输入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谐波平衡法(快速)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RK4时域求解(精细)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THD / H2 / H3 预测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4114800" cy="1417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4114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🌊 时域波形 &amp; FFT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指定频率点 → 位移/速度/加速度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时域波形: 线性(蓝) vs 非线性(红)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FFT频谱: H1-H10 谐波柱状图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三按钮切换视图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3840480" cy="14173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6324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数据导出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每张图表独立 CSV/PNG 导出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非线性对比数据一并导出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图表选择器控制显隐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X轴对数/线性自由切换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微型扬声器障板频响计算器 · 操作指南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 参数输入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914400"/>
                <a:gridCol w="292608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直流电阻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音圈直流电阻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μH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音圈电感 (微亨)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力系数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T·m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磁路驱动力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mm/N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悬挂系统柔顺度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振动质量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等效振动质量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机械阻尼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N·s/m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机械损耗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辐射面积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有效辐射面积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最大位移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Xmax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线性位移极限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005840"/>
            <a:ext cx="164592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0" y="1005840"/>
            <a:ext cx="1645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726948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提示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69480" y="150876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Vrms: 驱动电压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Vmax: 最大电压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距离: 测试距离(m)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预置按钮快速载入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2110水滴/1511/1813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611880"/>
            <a:ext cx="8229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749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频率范围设置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起始频率 (Hz): 扫频下限, 默认20 | 截止频率 (Hz): 扫频上限, 默认20000 | 频点数: 对数分布点数, 默认500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点击「计算线性响应」按钮后, 右侧自动显示5张图表 (SPL/位移/EQ电压/阻抗/相位), 可通过顶部复选框控制显隐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微型扬声器障板频响计算器 · 操作指南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线性响应图表解读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 频率响应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X轴: 频率 (Hz)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Y轴: 声压级 (dB)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蓝色实线: 当前驱动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黄色虚线: 最大能力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位移振幅响应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X轴: 频率 (Hz)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Y轴: 位移峰值 (mm)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红色实线: 当前位移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红色虚线: Xmax参考线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EQ电压曲线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X轴: 频率 (Hz)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Y轴: RMS电压 (V)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低频需更大电压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高频饱和于Vmax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39319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阻抗曲线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|Zin(f)| 模值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在Fs处出现峰值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峰值频率≈谐振频率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可验证TS参数一致性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063240"/>
            <a:ext cx="39319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06324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相位曲线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∠Zin(f) 相位角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Fs处过零点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默认非卷曲(连续)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可切换卷曲模式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微型扬声器障板频响计算器 · 操作指南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最大能力频响 &amp; EQ电压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双限制机制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低频段 (Xmax限制):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位移大, 受限于线性冲程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V_to_Xmax = Xmax / (位移/伏特)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频率越低, 所需电压越高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中高频段 (Vmax限制):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位移小, 受限于功放/功率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恒定在用户设定的Vmax值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默认 2.2V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曲线含义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黄色虚线(SPL图): 最大能力SPL包络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表示扬声器的极限输出能力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青色实线(EQ电压图): 所需驱动电压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低频段曲线上升 = 需要EQ补偿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过渡频率: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Xmax限制 → Vmax限制的拐点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反映扬声器线性工作带宽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20440"/>
            <a:ext cx="8229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57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工程应用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调整Vmax可模拟不同功放驱动能力 | 低频段EQ电压曲线=设计补偿滤波器参考 | 过渡频率越低=扬声器低频能力越强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微型扬声器障板频响计算器 · 操作指南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非线性失真分析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输入 Bl(x) &amp; Cms(x)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表格格式: x(mm) 值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-0.5  0.45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0.0  0.55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0.5  0.45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插值方法: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Akima样条 (默认)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Steffen样条 (备选)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自动绘制拟合曲线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含原始数据散点验证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65176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计算模式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5087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快速谐波平衡: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描述函数法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秒级完成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适合快速扫参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精细时域求解: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RK4数值积分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精度高, 稍慢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适合最终验证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两种模式均输出: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SPL/位移对比 + THD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28600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005840"/>
            <a:ext cx="2286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THD解读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150876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THD Total: 总谐波失真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二次谐波 (%)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大 = 非对称非线性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三次谐波 (%)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大 = 对称非线性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Bl(x)对称 → H2≈0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Bl(x)非对称 → H2显著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位移越大THD越高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160520"/>
            <a:ext cx="822960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976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非线性EQ电压: 描述函数反解V_to_Xmax → 线性(蓝) vs 非线性(红)对比 → 低频Bl衰减需+50-60%电压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66344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0D9488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微型扬声器障板频响计算器 · 操作指南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时域波形 &amp; FFT 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使用方法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在非线性面板底部展开「时域波形 &amp; FFT分析」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输入频率点 (Hz), 逗号分隔, 例: 100, 240, 500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点击「▶ 分析」按钮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三视图切换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视图: 位移时域波形 + 位移FFT频谱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 视图: 速度时域波形 + 速度FFT频谱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加速度 视图: 加速度时域波形 + 加速度FFT频谱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931920" cy="2194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时域波形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蓝色曲线: 线性解析解 x(t)=X·sin(ωt)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红色曲线: 非线性RK4数值解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横轴: 时间 (ms)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纵轴: 位移(mm)/速度(m/s)/加速度(km/s²)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非线性波形偏离正弦 = 谐波失真可见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波形畸变越大 → 失真越严重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4023360" cy="2194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69748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FFT 频谱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柱状图: H1-H10 谐波幅值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蓝色柱: 线性 (理论上仅H1非零)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红色柱: 非线性 (H2-H10出现)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H1 = 基波 (信号主体)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H2显著 = 非对称失真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H3显著 = 对称非线性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高次谐波 = 刺耳失真源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微型扬声器障板频响计算器 · 操作指南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 &amp; 实用提示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导出功能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每张图右上角: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= 导出CSV数据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🖼 = 导出PNG图片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非线性图也支持导出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含线性vs非线性对比数据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65176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🎛️ 图表控制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508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图表选择器: 复选框控显隐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X轴切换: 对数 ⇔ 线性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相位: 卷曲 ⇔ 非卷曲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阻抗/相位默认勾选显示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5张图可自由组合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2860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005840"/>
            <a:ext cx="2286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常见问题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1508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频响偏低?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检查Cms/距离/电压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非线性无结果?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先展开面板→输入数据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阻抗图无峰值?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检查Fs参数合理性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8229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操作流程总结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输入TS参数 (或点击预置按钮) → ② 设置Vrms/Vmax/距离 → ③ 点击「计算线性响应」→ ④ 查看5张线性图表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(可选) 展开非线性面板 → ⑥ 输入Bl(x)/Cms(x)数据表 → ⑦ 选择计算模式 → ⑧ 点击「计算非线性响应」→ ⑨ 查看对比图+THD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⑩ (可选) 展开时域/FFT分析 → ⑪ 输入频率点 → ⑫ 点击「分析」→ ⑬ 切换位移/速度/加速度视图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祝使用愉快！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微型扬声器障板频响计算器 - 操作指南</dc:title>
  <dc:subject>PptxGenJS Presentation</dc:subject>
  <dc:creator>Acoustic CC</dc:creator>
  <cp:lastModifiedBy>Acoustic CC</cp:lastModifiedBy>
  <cp:revision>1</cp:revision>
  <dcterms:created xsi:type="dcterms:W3CDTF">2026-05-11T13:37:00Z</dcterms:created>
  <dcterms:modified xsi:type="dcterms:W3CDTF">2026-05-11T13:37:00Z</dcterms:modified>
</cp:coreProperties>
</file>